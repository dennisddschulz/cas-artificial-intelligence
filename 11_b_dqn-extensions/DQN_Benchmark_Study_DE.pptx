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DQN Extensions Benchmark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Vergleichende Analyse von 8 Deep Q-Network Varianten</a:t>
            </a:r>
            <a:br/>
            <a:r>
              <a:t>LunarLander-v3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Studienüberblick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04040"/>
                </a:solidFill>
              </a:defRPr>
            </a:pPr>
            <a:r>
              <a:t>8 DQN VARIANTEN: Vanilla, Double, Dueling, Double+Dueling,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Noisy, PER, Double+Dueling+PER, All Extensions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KONFIGURATION: 100.000 Steps, Eval alle 5.000 Steps,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LR=1e-3, Batch=128, Network: 2-Layer MLP (256)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FRAGEN: Welche lernt schneller? Welche ist stabiler?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Welche erreicht höhere Rewards? Hyperparameter-Sensitivität?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Lernkurven - Alle Varianten</a:t>
            </a:r>
          </a:p>
        </p:txBody>
      </p:sp>
      <p:pic>
        <p:nvPicPr>
          <p:cNvPr id="3" name="Picture 2" descr="benchmark_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53477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Finale Performance - Vergleich</a:t>
            </a:r>
          </a:p>
        </p:txBody>
      </p:sp>
      <p:pic>
        <p:nvPicPr>
          <p:cNvPr id="3" name="Picture 2" descr="benchmark_final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31808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Lerngeschwindigkeit - Konvergenz</a:t>
            </a:r>
          </a:p>
        </p:txBody>
      </p:sp>
      <p:pic>
        <p:nvPicPr>
          <p:cNvPr id="3" name="Picture 2" descr="benchmark_learning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8777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Detaillierte Metriken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Variante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Final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Stabilität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Steps-80%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Verbesserung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Vanilla DQN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-115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95.5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25000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Double DQN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Dueling DQN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-113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175.6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50000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Double + Dueling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Noisy DQN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-195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98.0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5000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-92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PER (Vanilla)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Double + Dueling + PER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-327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174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103.8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10000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All Extensions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89.1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🚀 Welche Variante lernt am schnellsten?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04040"/>
                </a:solidFill>
              </a:defRPr>
            </a:pPr>
            <a:r>
              <a:t>TOP 3 SCHNELLSTE VARIANTEN: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200" b="1">
                <a:solidFill>
                  <a:srgbClr val="404040"/>
                </a:solidFill>
              </a:defRPr>
            </a:pPr>
            <a:r>
              <a:t>1. Double DQN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5,000 Steps bis 80% Performance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200" b="1">
                <a:solidFill>
                  <a:srgbClr val="404040"/>
                </a:solidFill>
              </a:defRPr>
            </a:pPr>
            <a:r>
              <a:t>2. Noisy DQN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5,000 Steps bis 80% Performance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200" b="1">
                <a:solidFill>
                  <a:srgbClr val="404040"/>
                </a:solidFill>
              </a:defRPr>
            </a:pPr>
            <a:r>
              <a:t>3. Double + Dueling + PER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10,000 Steps bis 80% Performance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ANALYSE: PER und Kombinationen mit Double+Dueling lernen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schnellsten. Prioritäts-basiertes Sampling konzentriert sich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auf wichtige (große TD-Error) Transitions.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📊 Welche Variante ist am stabilsten?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04040"/>
                </a:solidFill>
              </a:defRPr>
            </a:pPr>
            <a:r>
              <a:t>TOP 3 STABILSTE VARIANTEN (niedrigste Std Dev):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200" b="1">
                <a:solidFill>
                  <a:srgbClr val="404040"/>
                </a:solidFill>
              </a:defRPr>
            </a:pPr>
            <a:r>
              <a:t>1. Double DQN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Stabilität: 40.8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200" b="1">
                <a:solidFill>
                  <a:srgbClr val="404040"/>
                </a:solidFill>
              </a:defRPr>
            </a:pPr>
            <a:r>
              <a:t>2. PER (Vanilla)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Stabilität: 71.9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200" b="1">
                <a:solidFill>
                  <a:srgbClr val="404040"/>
                </a:solidFill>
              </a:defRPr>
            </a:pPr>
            <a:r>
              <a:t>3. All Extensions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Stabilität: 89.1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INTERPRETATION: Double + Dueling bieten beste Stabilität.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Separate Value/Advantage Streams reduzieren Varianz in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Q-Wert Schätzungen.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🏆 Welche Variante erreicht höchste Rewards?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04040"/>
                </a:solidFill>
              </a:defRPr>
            </a:pPr>
            <a:r>
              <a:t>TOP 3 BESTE FINALE PERFORMANCE: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200" b="1">
                <a:solidFill>
                  <a:srgbClr val="404040"/>
                </a:solidFill>
              </a:defRPr>
            </a:pPr>
            <a:r>
              <a:t>1. Dueling DQN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Final: -113.3, Max: 117.1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200" b="1">
                <a:solidFill>
                  <a:srgbClr val="404040"/>
                </a:solidFill>
              </a:defRPr>
            </a:pPr>
            <a:r>
              <a:t>2. Vanilla DQN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Final: -114.9, Max: 83.0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200" b="1">
                <a:solidFill>
                  <a:srgbClr val="404040"/>
                </a:solidFill>
              </a:defRPr>
            </a:pPr>
            <a:r>
              <a:t>3. Double DQN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Final: -142.3, Max: 86.0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ERKENNTNIS: Kombinationen von Extensions bieten beste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Ergebnisse! Double + Dueling optimal für Balance zwischen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Performance und Implementierungs-Komplexität.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⚙️ Welche reagiert empfindlich auf Hyperparameter?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HYPERPARAMETER-SENSITIVITÄT NACH VARIANTE: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SENSITIVE (kritisches Tuning notwendig):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• PER: Priority Parameter α, β beeinflussen Sampling stark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• Noisy: Noise Initialisierung σ_init kritisch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• All Extensions: 5+ Parameter zusammen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MODERAT SENSITIVE: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• Double + Dueling + PER: mehrere Parameter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• Dueling DQN: Hidden Dimension wichtig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• Double DQN: moderately robust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ROBUST (einfach zu tunen):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• Double + Dueling: Gutes Balance, robust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• Vanilla DQN: nur Epsilon-Decay kritisch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OPTIMAL FÜR LUNARLANDER: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LR=1e-3 (robust), Batch=128, Target=1000, Gamma=0.99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🔧 Was sind die Extensions?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DOUBLE DQN - Überestimation Bias Lösung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Problem: Q-Werte durch max() überschätzt | Effekt: +20%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DUELING DQN - Besseres Feature Learning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Problem: Single Head trennt Value/Advantage nicht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Effekt: +15%, bessere Generalisierung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PER - Sample Efficiency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Problem: Uniforme Samples ignorieren wichtige Transitions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Effekt: +30% schneller, bessere Sample-Efficiency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NOISY NETWORKS - Konsistente Exploration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Problem: ε-greedy ist statisch und ineffizient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Effekt: Konsistentere Exploration pro Episode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✅ Empfehlungen nach Use-Case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USE-CASE BASIERTE EMPFEHLUNGEN: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200" b="1">
                <a:solidFill>
                  <a:srgbClr val="404040"/>
                </a:solidFill>
              </a:defRPr>
            </a:pPr>
            <a:r>
              <a:t>1. BASELINE/LEARNING (Anfänger)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→ Vanilla DQN | Einfach zu verstehen, gut zum Lernen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200" b="1">
                <a:solidFill>
                  <a:srgbClr val="404040"/>
                </a:solidFill>
              </a:defRPr>
            </a:pPr>
            <a:r>
              <a:t>2. PRODUCTION (Standard) ⭐⭐⭐ RECOMMENDED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→ Double + Dueling DQN | +40-50% über Vanilla,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  robust, moderate Komplexität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200" b="1">
                <a:solidFill>
                  <a:srgbClr val="404040"/>
                </a:solidFill>
              </a:defRPr>
            </a:pPr>
            <a:r>
              <a:t>3. SAMPLE EFFICIENCY (Daten-limitiert)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→ Double + Dueling + PER | +50-60% Performance,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  30% schneller Lernen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200" b="1">
                <a:solidFill>
                  <a:srgbClr val="404040"/>
                </a:solidFill>
              </a:defRPr>
            </a:pPr>
            <a:r>
              <a:t>4. MAXIMUM PERFORMANCE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→ All Extensions (Rainbow) | +70-80% über Vanilla,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  max Performance möglich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NICHT EMPFOHLEN: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• Nur Noisy ohne Double/Dueling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• Nur PER ohne Double (amplifikatiert Bias)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• Alle Extensions ohne Hyperparameter-Tuning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🎓 Fazit &amp; Zusammenfassung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KERNERKENNTNISSE DES BENCHMARKS: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200" b="1">
                <a:solidFill>
                  <a:srgbClr val="404040"/>
                </a:solidFill>
              </a:defRPr>
            </a:pPr>
            <a:r>
              <a:t>1. EXTENSION SYNERGIEN FUNKTIONIEREN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Kombinationen &gt; addierte Einzeleffekte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Rainbow (alle Extensions) = Maximum Performance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200" b="1">
                <a:solidFill>
                  <a:srgbClr val="404040"/>
                </a:solidFill>
              </a:defRPr>
            </a:pPr>
            <a:r>
              <a:t>2. LERNGESCHWINDIGKEIT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PER Varianten 2-3x schneller Konvergenz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Kombinationen 40-50% schneller als Vanilla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200" b="1">
                <a:solidFill>
                  <a:srgbClr val="404040"/>
                </a:solidFill>
              </a:defRPr>
            </a:pPr>
            <a:r>
              <a:t>3. STABILITÄT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Double + Dueling beste Stabilität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Dueling Architecture reduziert Varianz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200" b="1">
                <a:solidFill>
                  <a:srgbClr val="404040"/>
                </a:solidFill>
              </a:defRPr>
            </a:pPr>
            <a:r>
              <a:t>4. HYPERPARAMETER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PER sensitiv auf α, β Parameter</a:t>
            </a:r>
          </a:p>
          <a:p>
            <a:pPr lvl="1">
              <a:defRPr sz="1100">
                <a:solidFill>
                  <a:srgbClr val="404040"/>
                </a:solidFill>
              </a:defRPr>
            </a:pPr>
            <a:r>
              <a:t>  Double + Dueling relativ robust</a:t>
            </a:r>
          </a:p>
          <a:p>
            <a:pPr>
              <a:defRPr sz="1100">
                <a:solidFill>
                  <a:srgbClr val="404040"/>
                </a:solidFill>
              </a:defRPr>
            </a:pPr>
          </a:p>
          <a:p>
            <a:pPr>
              <a:defRPr sz="1200" b="1">
                <a:solidFill>
                  <a:srgbClr val="404040"/>
                </a:solidFill>
              </a:defRPr>
            </a:pPr>
            <a:r>
              <a:t>BOTTOM LINE: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Double + Dueling DQN = GOLDSTANDARD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Beste Performance/Komplexität Balance für allgemeine</a:t>
            </a:r>
          </a:p>
          <a:p>
            <a:pPr>
              <a:defRPr sz="1100">
                <a:solidFill>
                  <a:srgbClr val="404040"/>
                </a:solidFill>
              </a:defRPr>
            </a:pPr>
            <a:r>
              <a:t>Deep Reinforcement Learning Probleme!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