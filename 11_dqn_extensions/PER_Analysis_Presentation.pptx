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Prioritized Experience Replay (PER)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A500"/>
                </a:solidFill>
              </a:defRPr>
            </a:pPr>
            <a:r>
              <a:t>Empirische Untersuchung und Vergleich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Überblick des Assignments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Konzeptionelle Erklärung: Wie funktioniert PER?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Replay Buffer: Uniform vs. Prioritized Sampling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Training durchführen: mit PER und ohne PER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Trainingskurven und Performance vergleichen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Statistische Analyse und Interpretation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Reflexion: Vorteile, Nachteile, und Anwendungsfälle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PER: Konzeptionelle Erklärung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1_ma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33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88720"/>
            <a:ext cx="1554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Uniform Replay: Samples zufällig aus dem Buffer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PER: Priorisiert wichtige Erfahrungen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Wichtigkeit = TD-Error (Überraschung)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Große TD-Errors = Höhere Sampling-Wahrscheinlichkeit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Ziel: Schneller Lernen von schwierigen Szenarien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Replay Buffer: Uniform vs. 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UNIFORM BUFFER: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Speichert alle Experiences in deque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Samples uniform zufällig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O(1) Insert, O(1) Sample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PRIORITIZED BUFFER (SumTree):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Speichert Priorities in Binärbaum (SumTree)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Samples proportional zu Priorität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Priority = (|TD-Error| + ε)^α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O(log N) Insert, O(log N) Sample, O(log N)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SumTree: Effiziente Prioritäts-Verwaltung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DATENSTRUKTUR: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Binärbaum für schnelle Operationen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Blätter = Einzelne Experiences mit Prioritäten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Interne Knoten = Summe der Kinder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VORTEILE: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O(log N) für Sampling (Stratified Sampling)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O(log N) für Priority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Speichereffizient: 2N-1 Elemente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SAMPLING: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Segment total priority nach batch_size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Uniform Sample aus jedem Segment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Trainings-Konfiguration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ENVIRONMENT: LunarLander-v3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Ziel: Sanfte Landung mit Rakete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State: Position, Geschwindigkeit, Winkel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Actions: 4 Befehle (Links/Rechts/Oben/Idle)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HYPERPARAMETER: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Total Steps: 300,000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Batch Size: 256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Learning Rate: 2e-3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GAMMA: 0.99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PER ALPHA: 0.4 (reduziert für Stabilität)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Evaluation: Alle 15,000 Steps, 5 Episodes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Hauptergebnis: Performance-Vergleich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10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5346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Trainingskurven: Detailed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2_smoothe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53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Performance Difference: PER vs. Uniform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3_dif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53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Stabilität: Varianz-Analyse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4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788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Lernfortschritt: Early vs. Late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5_quar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2435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Return-Verteilung: Box Plot Analyse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6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8644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Kumulativer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53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Konvergenzgeschwindigkeit: Reaching 75% of Peak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8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530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55"/>
                </a:solidFill>
              </a:defRPr>
            </a:pPr>
            <a:r>
              <a:t>Statistische Zusammenfassung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9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3087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Beobachtungen &amp; Erkenntnisse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1. FINALE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Uniform: 55.2 ± 86.8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PER: 77.7 ± 438.1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Verbesserung: +40.8% (aber statistisch nicht robust)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2. STABILITÄT: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PER hat höhere Varianz → weniger stabil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Uniform konsistenter über alle Evaluationen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3. LERNDYNAMIK: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Beide Methoden zeigen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PER reagiert empfindlich auf Alpha-Parameter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Überraschung: Warum ist Uniform stabil besser?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HYPOTHESE 1: PER Instabilität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TD-Error basierte Priorisierung kann oszillieren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Reduzierter PER_ALPHA (0.4) war Kompromiss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Zu aggressives Sampling kann zu Overtraining führen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HYPOTHESE 2: LunarLander Problem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Relativ einfache Umgebung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Uniform Sampling meist ausreichend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PER vorteilhaft erst bei komplexeren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HYPOTHESE 3: Implementierungsdetails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SumTree Index-Bug wurde behoben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Aber Beta-Schedule könnte suboptimal sein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Wann Hilft PER besonders?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IDEAL FÜR: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Komplexe Umgebungen (Atari, Robotik)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Große Replay Buffer (&gt; 1M transitions)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Sparse Rewards (wenige Erfolgserlebnisse)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Heterogene Experiences (sehr unterschiedliche Schwierigkeit)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BEISPIELE: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Multi-Player Spiele (variable Difficulty)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Navigation in großen Räumen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Roboter-Manipulation mit variablen Tasks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Nachteile &amp; Grenzen von 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⚠ COMPUTERKOMPLEXITÄT: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O(log N) statt O(1) pro Sample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~2-3x langsamer bei großen Buffern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⚠ HYPERPARAMETER SENSITIVITÄT: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ALPHA: Kontrolliert Priorität-Gewichtung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BETA: Kontrolliert Importance-Sampling Correction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Falsche Wahl → Instabilität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⚠ STABILITÄT: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Kann zu großen Gradienten-Sprüngen führen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Greift wichtige Samples zu oft auf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Braucht sorgfältige Regularisierung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Wann Wird PER Instabil?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1. ZU GROSSES ALPHA (z.B. α=1.0):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Extrem starke Priorisierung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Nur wenige Samples werden wiederholt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Kann zu Divergenz führen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2. ZU KLEINES BETA: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Unzureichende Importance-Sampling Correction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Bias in Gradient-Schätzung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3. FALSCHE TD-ERROR SCHÄTZUNG: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Wenn Target-Netzwerk schlecht initialisiert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Initial hohe TD-Errors überwältigen Buffer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4. KLEINE BATCH SIZES: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 • Weniger Averaging → höhere Varianz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Implementierungs-Herausforderungen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🔴 KRITISCHE BUGS: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SumTree Index Management (FIXED in CORRECTED version)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None-Werte bei ungültigem Zugriff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Leafindex vs. DataIndex Verwechslung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🔴 HYPERPARAMETER TUNING: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PER_ALPHA: Empirisch 0.4-0.6 bewährt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PER_BETA: Von 0.4 → 1.0 über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Kleine Änderungen = Große Effekte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🔴 DEBUG SCHWIERIGKEITEN: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Schwer reproduzierbar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Hochdimensionale Hyperparameter-Räume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Praktische Empfehlungen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✅ VERWENDE UNIFORM REPLAY WENN: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Einfache/moderate Umgebungen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Schnelle Implementierung gewünscht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Robustheit wichtiger als maximale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✅ VERWENDE PER WENN: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Sehr komplexe Umgebungen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Sparse oder delayed rewards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Große Computational Budgets vorhanden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✅ HYBRID ANSATZ: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Beginne mit Uniform Replay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Tuner PER wenn nötig (z.B. alpha=0.4)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Monitore Stabilität kontinuierlich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Mathematische Formulas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PRIORITY SAMPLING: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p_i = (|TD_Error_i| + ε)^α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P(i) = p_i / Σ_j p_j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IMPORTANCE-SAMPLING WEIGHTS: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w_i = (1 / (N * P(i)))^β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w_i_normalized = w_i / max(w_j)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TD-ERROR: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δ_i = r_i + γ * max_a Q(s', a) - Q(s, 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LOSS FUNCTION: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L = Σ_i w_i * δ_i^2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Zukunftsrichtungen &amp; Variationen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🔬 FORSCHUNGSRICHTUNGEN: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Double DQN + PER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Dueling DQN + PER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Rainbow DQN (kombiniert mehrere Techniken)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🔬 ALTERNATIVE PRIORITÄTEN: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TD-Error-Proxy statt echter TD-Error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Exploration-Bonus (Curiosity-Driven)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KL-Divergence-basiert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🔬 NEUE ARCHITEKTUREN: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Transformer-basierte Prioritätsschätzung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Meta-Learned Alpha-Parameter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• Adaptive Sampling Strategien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Fazit &amp; Zusammenfassung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PER ist theoretisch elegant und motiviert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→ Fokussiert Training auf schwierige Samples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Empirisch zeigt sich: Kontext ist wichtig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→ Nicht universell besser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→ Hyperparameter-Tuning kritisch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Uniform Replay bleibt oft praktische Wahl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→ Robuster, einfacher, schneller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Beste Strategie: Problem-abhängig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→ Einfach starten, dann optimieren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→ Monitoring ist essentiell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Literatur &amp; Referenzen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0"/>
          </a:xfrm>
          <a:prstGeom prst="rect">
            <a:avLst/>
          </a:prstGeom>
          <a:ln w="381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Schaul et al. (2015): Prioritized Experience Replay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https://arxiv.org/abs/1511.05952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Mnih et al. (2015): Human-level control through DQN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https://www.nature.com/articles/nature14236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Van Hasselt et al. (2016): Double Q-learning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https://arxiv.org/abs/1509.06461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Diese Analyse: CAS AI Workshop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Environment: LunarLander-v3 (Gymnasium)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Framework: PyTorch + Custom DQN Implementation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Danke!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A500"/>
                </a:solidFill>
              </a:defRPr>
            </a:pPr>
            <a:r>
              <a:t>Fragen zur Empirischen Analyse von PER?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