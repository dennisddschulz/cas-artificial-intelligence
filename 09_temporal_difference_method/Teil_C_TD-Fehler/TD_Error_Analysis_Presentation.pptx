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TD-Fehler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On-Policy (SARSA) vs Off-Policy (Q-Learning)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1: Was ist ein TD-Fehler?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🎯 Hauptidee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95959"/>
                </a:solidFill>
              </a:defRPr>
            </a:pPr>
            <a:r>
              <a:t>Der TD-Fehler zeigt, wie sehr sich unsere Vermutung vom tatsächlichen Ergebnis unterscheidet.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📊 Einfache Analogie: Der Würfelwurf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3840480" cy="2926080"/>
          </a:xfrm>
          <a:prstGeom prst="roundRect">
            <a:avLst/>
          </a:prstGeom>
          <a:solidFill>
            <a:srgbClr val="C8DCF0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81BD"/>
                </a:solidFill>
              </a:defRPr>
            </a:pPr>
            <a:r>
              <a:t>SARSA (Vorsichtig 🚗)</a:t>
            </a:r>
          </a:p>
          <a:p>
            <a:br/>
            <a:pPr>
              <a:defRPr sz="1400">
                <a:solidFill>
                  <a:srgbClr val="595959"/>
                </a:solidFill>
              </a:defRPr>
            </a:pPr>
            <a:r>
              <a:t>Fehler = Belohnung + nächster Wert (basierend auf DEINER Spielweise)</a:t>
            </a:r>
          </a:p>
          <a:p>
            <a:br/>
            <a:pPr>
              <a:defRPr sz="1300" i="1">
                <a:solidFill>
                  <a:srgbClr val="1F4E79"/>
                </a:solidFill>
              </a:defRPr>
            </a:pPr>
            <a:r>
              <a:t>→ Konservativ, kleine Fehler, stabil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291840"/>
            <a:ext cx="3840480" cy="292608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4747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Q-Learning (Aggressiv 🏎️)</a:t>
            </a:r>
          </a:p>
          <a:p>
            <a:br/>
            <a:pPr>
              <a:defRPr sz="1400">
                <a:solidFill>
                  <a:srgbClr val="595959"/>
                </a:solidFill>
              </a:defRPr>
            </a:pPr>
            <a:r>
              <a:t>Fehler = Belohnung + nächster Wert (basierend auf BESTER Spielweise)</a:t>
            </a:r>
          </a:p>
          <a:p>
            <a:br/>
            <a:pPr>
              <a:defRPr sz="1300" i="1">
                <a:solidFill>
                  <a:srgbClr val="C00000"/>
                </a:solidFill>
              </a:defRPr>
            </a:pPr>
            <a:r>
              <a:t>→ Aggressiv, größere Fehler, schneller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2: Die Zahlen und Ergebnisse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011680"/>
              </a:tblGrid>
              <a:tr h="627017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SARSA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Q-Learning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Gewinner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Durchschn. Fehler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−0.5 bis −1.0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−0.2 bis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Stabilität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🟢 Sehr stabil</a:t>
                      </a:r>
                    </a:p>
                  </a:txBody>
                  <a:tcPr>
                    <a:solidFill>
                      <a:srgbClr val="C8D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🟡 Chaotisch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SARSA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Größte Fehler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4−6</a:t>
                      </a:r>
                    </a:p>
                  </a:txBody>
                  <a:tcPr>
                    <a:solidFill>
                      <a:srgbClr val="C8D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8−12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SARSA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Lerngeschwindigkeit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Schnell ⚡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Q-Learning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Konvergenz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8k−10k Episoden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5k−6k Episoden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Q-Learning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Erfolgsrate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92% ⭐</a:t>
                      </a:r>
                    </a:p>
                  </a:txBody>
                  <a:tcPr>
                    <a:solidFill>
                      <a:srgbClr val="FF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Q-Learning +7%</a:t>
                      </a:r>
                    </a:p>
                  </a:txBody>
                  <a:tcPr>
                    <a:solidFill>
                      <a:srgbClr val="DCF0C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FFAC8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400"/>
                </a:solidFill>
              </a:defRPr>
            </a:pPr>
            <a:r>
              <a:t>💡 Q-Learning ist 40-50% schneller UND erreicht 92% Erfolgsrate (vs 85%)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3: Warum diese Unterschiede?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81BD"/>
                </a:solidFill>
              </a:defRPr>
            </a:pPr>
            <a:r>
              <a:t>🚗 SARSA: Der konservative Weg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114800" cy="41148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1. Ich nutze meine AKTUELLE Spielweise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(auch wenn fehlerhaft)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2. Ich beobachte: So ist das Ergebnis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mit MEINER Spielweise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3. Ich lerne vorsichtig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(kleine Korrektionen)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 b="1">
                <a:solidFill>
                  <a:srgbClr val="4F81BD"/>
                </a:solidFill>
              </a:defRPr>
            </a:pPr>
            <a:r>
              <a:t>Resultat: Stabil aber langsam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🏎️ Q-Learning: Der aggressive Weg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931920" cy="4114800"/>
          </a:xfrm>
          <a:prstGeom prst="roundRect">
            <a:avLst/>
          </a:prstGeom>
          <a:solidFill>
            <a:srgbClr val="FFF0D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1. Ich ignoriere meine AKTUELLE Spielweise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beim Lernen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2. Ich frage: Was ist die BESTE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mögliche Aktion?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3. Ich lerne aggressiv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   (große Korrektionen)</a:t>
            </a:r>
          </a:p>
          <a:p>
            <a:pPr>
              <a:defRPr sz="1200">
                <a:solidFill>
                  <a:srgbClr val="595959"/>
                </a:solidFill>
              </a:defRPr>
            </a:pPr>
          </a:p>
          <a:p>
            <a:pPr>
              <a:defRPr sz="1200" b="1">
                <a:solidFill>
                  <a:srgbClr val="C00000"/>
                </a:solidFill>
              </a:defRPr>
            </a:pPr>
            <a:r>
              <a:t>Resultat: Schnell aber chaotisch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95959"/>
                </a:solidFill>
              </a:defRPr>
            </a:pPr>
            <a:r>
              <a:t>⚖️ Das Bias-Variance Tradeoff: SARSA = Vorsicht | Q-Learning = Aggressivität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4: Praktische Empfehlung &amp; 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✓ Wähle SARSA wenn: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🚨 Sicherheit ist wichtig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🎯 Policy muss sofort gut sein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📊 Umgebung ist chaotisch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✓ Wähle Q-Learning wenn: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🏆 Maximale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🔧 Umgebung deterministisch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⏰ Training ist offline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🚕 Taxi-v3 Kontext: Unsere Aufgabe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8229600" cy="1463040"/>
          </a:xfrm>
          <a:prstGeom prst="roundRect">
            <a:avLst/>
          </a:prstGeom>
          <a:solidFill>
            <a:srgbClr val="E6F5E6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050"/>
                </a:solidFill>
              </a:defRPr>
            </a:pPr>
            <a:r>
              <a:t>✅ Deterministische Umgebung  |  ✅ Kleine Zustandsraum  |  ✅ Offline Training</a:t>
            </a:r>
          </a:p>
          <a:p>
            <a:br/>
            <a:pPr>
              <a:defRPr sz="1600" b="1">
                <a:solidFill>
                  <a:srgbClr val="C00000"/>
                </a:solidFill>
              </a:defRPr>
            </a:pPr>
            <a:r>
              <a:t>⭐ EMPFEHLUNG: Q-LEARNING IST OPTIMAL!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050"/>
                </a:solidFill>
              </a:defRPr>
            </a:pPr>
            <a:r>
              <a:t>92% vs 85% Erfolgsrate  |  40-50% schneller Konvergenz  |  Q-Learning gewinnt! 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