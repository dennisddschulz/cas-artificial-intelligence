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TEIL A: Reproduzierbare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Temporal Difference Learning auf Taxi-v3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Überblick: Aufgabenstellung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A1: Reproduzierbarkeit mit 5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Training mit 5 verschiedenen Seeds [0, 1, 2, 3,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Pro Run: episodischer Return, Episode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Greedy Evaluation: 300 Test-Episodes pro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Metriken: Mean ± Std über alle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A2: Visualisierung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Learning Curves: Return + Episode Length (Moving Average)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5 dünne Linien (individuelle Seeds) + dicke Mittelwertlinie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Greedy Evaluation: Bar Charts (Mean ± Std)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A3: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959"/>
                </a:solidFill>
              </a:defRPr>
            </a:pPr>
            <a:r>
              <a:t>✓ 4 Kernfragen beantwortet (8-12 Sätze pro Frage):</a:t>
            </a:r>
            <a:br/>
            <a:r>
              <a:t>Warum MC lange negativ? | Warum TD schneller? | Q-Learning aggressiv? | Am Ende ähnlich?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A2.1: Learning Curves (Return + Episode Length)</a:t>
            </a:r>
          </a:p>
        </p:txBody>
      </p:sp>
      <p:pic>
        <p:nvPicPr>
          <p:cNvPr id="4" name="Picture 3" descr="01_learning_curves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17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</a:defRPr>
            </a:pPr>
            <a:r>
              <a:t>Dünne Linien: 5 Runs (Seeds 0-4) | Dicke Linie: Mittelwert | Hellere Fläche: ±1 Std Dev | Dunkle Fläche: Min/Max Range | Moving Average (window=200)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A2.2: Greedy Evaluation Bar Charts</a:t>
            </a:r>
          </a:p>
        </p:txBody>
      </p:sp>
      <p:pic>
        <p:nvPicPr>
          <p:cNvPr id="4" name="Picture 3" descr="02_greedy_evaluation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33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95959"/>
                </a:solidFill>
              </a:defRPr>
            </a:pPr>
            <a:r>
              <a:t>Links: Mean Return (±Std + Min/Max) | Rechts: Mean Episode Length | Error Bars: ±Std über 5 Seeds | Kreise/Quadrate: Min/Max Punkte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Resultate: Greedy Evaluation (Mean ± Std)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100" b="0">
                <a:solidFill>
                  <a:srgbClr val="595959"/>
                </a:solidFill>
              </a:defRPr>
            </a:pPr>
            <a:r>
              <a:t>┌─────────────┬──────────────────┬──────────────────┐</a:t>
            </a:r>
            <a:br/>
            <a:r>
              <a:t>│ Algorithmus │ Mean Return      │ Mean Episode Len │</a:t>
            </a:r>
            <a:br/>
            <a:r>
              <a:t>├─────────────┼──────────────────┼──────────────────┤</a:t>
            </a:r>
            <a:br/>
            <a:r>
              <a:t>│ MC          │  -123.23 ± 18.67 │  130.94 ± 16.78  │</a:t>
            </a:r>
            <a:br/>
            <a:r>
              <a:t>│ SARSA       │      7.92 ±  0.21 │   13.08 ±  0.21  │</a:t>
            </a:r>
            <a:br/>
            <a:r>
              <a:t>│ Q-Learning  │      7.96 ±  0.22 │   13.04 ±  0.22  │</a:t>
            </a:r>
            <a:br/>
            <a:r>
              <a:t>└─────────────┴──────────────────┴──────────────────┘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Kernerkenntnisse: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🔴 Monte Carlo: Sehr negativ (~-123), lange Episodes (~131) - konvergiert nicht!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🔵 SARSA: Gut (~8), kurze Episodes (~13) - TD-Method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🟢 Q-Learning: Leicht besser (~8), ähnliche Episodes - Off-Policy aggressiv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⭐ TD-Methoden sind ~50x besser als MC! SARSA ≈ Q-Learning am Ende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A3.1: Warum bleibt Monte Carlo lange im negativen?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Monte Carlo aktualisiert Q-Werte erst am Episode-Ende, nachdem alle Schritte beobachtet wurden.</a:t>
            </a:r>
            <a:br/>
            <a:r>
              <a:t>In Taxi-v3 dauert eine Episode typischerweise 10-20 Schritte, und jeder Schritt bringt -1 Reward.</a:t>
            </a:r>
            <a:br/>
            <a:r>
              <a:t>Die episodischen Returns sind daher anfangs stark negativ (-10 bis -20).</a:t>
            </a:r>
            <a:br/>
            <a:br/>
            <a:r>
              <a:t>MC muss hunderte von Episodes durchlaufen, bis die Every-Visit Updates die Q-Werte ausreichend </a:t>
            </a:r>
            <a:br/>
            <a:r>
              <a:t>verbessert haben. Im Gegensatz zu TD-Methoden erfolgt das Lernen nicht inkrementell, sondern erst </a:t>
            </a:r>
            <a:br/>
            <a:r>
              <a:t>am Episode-Ende → deutlich langsamere Konvergenz.</a:t>
            </a:r>
            <a:br/>
            <a:br/>
            <a:r>
              <a:t>Nach 20.000 Episodes zeigt MC eine Greedy Evaluation von nur ~-123 Return, während SARSA und </a:t>
            </a:r>
            <a:br/>
            <a:r>
              <a:t>Q-Learning bereits ~+8 erreichen. MC erreicht keine adäquate Performance!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A3.2: Warum lernen SARSA &amp; Q-Learning schneller?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TD-Methoden aktualisieren Q-Werte nach jedem Schritt (online):</a:t>
            </a:r>
            <a:br/>
            <a:r>
              <a:t>Q[s][a] ← Q[s][a] + α(r + γV(s') - Q[s][a])</a:t>
            </a:r>
            <a:br/>
            <a:br/>
            <a:r>
              <a:t>Dies ermöglicht iterative Verbesserungen und schnelle Anpassung an neue Informationen. Der TD-Target</a:t>
            </a:r>
            <a:br/>
            <a:r>
              <a:t>(r + γV(s')) ist sofort nach dem ersten Schritt verfügbar, nicht erst am Episode-Ende.</a:t>
            </a:r>
            <a:br/>
            <a:br/>
            <a:r>
              <a:t>SARSA (On-Policy) bootstrappt von der aktuellen Policy, Q-Learning (Off-Policy) von der optimalen Aktion</a:t>
            </a:r>
            <a:br/>
            <a:r>
              <a:t>- beide sind aber wesentlich schneller als MC.</a:t>
            </a:r>
            <a:br/>
            <a:br/>
            <a:r>
              <a:t>Nach ~5-10k Episodes konvergieren SARSA und Q-Learning bereits zu stabilen Policies, während MC noch </a:t>
            </a:r>
            <a:br/>
            <a:r>
              <a:t>im negativen Bereich verweilt. Der Online-Update-Mechanismus ist der Schlüssel!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A3.3: Warum ist Q-Learning aggressiver?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Q-Learning nutzt den maximalen Q-Wert: best_next = max_a Q[s'][a], unabhängig von der aktuellen </a:t>
            </a:r>
            <a:br/>
            <a:r>
              <a:t>Policy. Dies führt zu aggressiveren, optimistischeren Updates.</a:t>
            </a:r>
            <a:br/>
            <a:br/>
            <a:r>
              <a:t>SARSA bootstrappt von der tatsächlich gewählten nächsten Aktion: a' ~ π(s'). Wenn die Policy noch</a:t>
            </a:r>
            <a:br/>
            <a:r>
              <a:t>suboptimal ist, gibt SARSA konservativere Updates.</a:t>
            </a:r>
            <a:br/>
            <a:br/>
            <a:r>
              <a:t>Q-Learning "sieht" das Optimalitäts-Potenzial schneller und passt sich aggressiv an → schnellerer</a:t>
            </a:r>
            <a:br/>
            <a:r>
              <a:t>Lernfortschritt. In den Learning Curves ist klar sichtbar: Q-Learning erreicht nach ~5-6k Episodes</a:t>
            </a:r>
            <a:br/>
            <a:r>
              <a:t>bereits Return-Werte von 0-5, während SARSA noch bei -5 bis -10 verweilt.</a:t>
            </a:r>
            <a:br/>
            <a:br/>
            <a:r>
              <a:t>Der Max-Bootstrap ist der Grund für die Aggressivität!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A3.4: Warum sind SARSA &amp; Q-Learning am Ende ähnlich?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200" b="0">
                <a:solidFill>
                  <a:srgbClr val="595959"/>
                </a:solidFill>
              </a:defRPr>
            </a:pPr>
            <a:r>
              <a:t>Nach 20.000 Episodes haben beide Methoden ausreichend Daten gesehen, um Q-Werte zu konvergieren.</a:t>
            </a:r>
            <a:br/>
            <a:r>
              <a:t>Die Exploration ist am Ende stark reduziert (ε ≈ 0.05), sodass beide ähnlich gute Policies befolgen.</a:t>
            </a:r>
            <a:br/>
            <a:br/>
            <a:r>
              <a:t>Der fundamentale Unterschied zwischen On-Policy Bootstrapping (SARSA) und Off-Policy Bootstrapping </a:t>
            </a:r>
            <a:br/>
            <a:r>
              <a:t>(Q-Learning) wird bei Konvergenz irrelevant, da die explorierte Policy sich der optimalen annähert.</a:t>
            </a:r>
            <a:br/>
            <a:br/>
            <a:r>
              <a:t>Greedy Evaluation zeigt: Beide erreichen ähnliche Mean Returns (~7.9-8.0) und Episode Lengths (~13).</a:t>
            </a:r>
            <a:br/>
            <a:r>
              <a:t>Der Hauptvorteil von Q-Learning ist nicht die endgültige Performance, sondern die 40-50% schnellere</a:t>
            </a:r>
            <a:br/>
            <a:r>
              <a:t>Konvergenzgeschwindigkeit!</a:t>
            </a:r>
            <a:br/>
            <a:br/>
            <a:r>
              <a:t>Paradox: Größerer TD-Fehler ≠ schlechtere Performance!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Zusammenfassung &amp; Kernerkenntnisse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3 Haupterkenntnisse aus TEIL 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</a:defRPr>
            </a:pPr>
            <a:r>
              <a:t>1. Monte Carlo ist zu langsam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Updates nur am Episode-Ende → braucht ~15k Episodes → finale Performance: -123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81BD"/>
                </a:solidFill>
              </a:defRPr>
            </a:pPr>
            <a:r>
              <a:t>2. TD-Methoden sind schneller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Online Updates nach jedem Schritt → SARSA &amp; Q-Learning konvergieren bei ~5-10k Episodes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</a:defRPr>
            </a:pPr>
            <a:r>
              <a:t>3. Q-Learning ist aggressiv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</a:defRPr>
            </a:pPr>
            <a:r>
              <a:t>Max-Bootstrap → schnelleres Lernen (~40-50% speedup), aber am Ende ähnlich wie SARSA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⭐ Das TD-Fehler Paradox: Q-Learning hat GRÖSSERE TD-Fehler als SARSA,</a:t>
            </a:r>
            <a:br/>
            <a:r>
              <a:t>aber lernt SCHNELLER und besser. TD-Fehler ist ein Lern-Signal, keine Qualitäts-Metrik!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Ausblick: Was ist der Unterschied?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050" b="0">
                <a:solidFill>
                  <a:srgbClr val="595959"/>
                </a:solidFill>
              </a:defRPr>
            </a:pPr>
            <a:r>
              <a:t>Zusammenhang der Algorithmen:</a:t>
            </a:r>
            <a:br/>
            <a:br/>
            <a:r>
              <a:t>Monte Carlo Control (MC):</a:t>
            </a:r>
            <a:br/>
            <a:r>
              <a:t>  └─ Updates am Episode-Ende mit gesamtem Return G</a:t>
            </a:r>
            <a:br/>
            <a:r>
              <a:t>  └─ Every-Visit Durchschnitt</a:t>
            </a:r>
            <a:br/>
            <a:r>
              <a:t>  └─ BESTE Konvergenz-Garantie (unbiased), aber LANGSAM</a:t>
            </a:r>
            <a:br/>
            <a:r>
              <a:t>  └─ Reward: -123 ± 19 (sehr negativ!)</a:t>
            </a:r>
            <a:br/>
            <a:br/>
            <a:r>
              <a:t>SARSA (Temporal Difference, On-Policy):</a:t>
            </a:r>
            <a:br/>
            <a:r>
              <a:t>  └─ Updates nach jedem Schritt mit TD-Target: r + γV(s')</a:t>
            </a:r>
            <a:br/>
            <a:r>
              <a:t>  └─ Bootstrappt von nächster Aktion der aktuellen Policy</a:t>
            </a:r>
            <a:br/>
            <a:r>
              <a:t>  └─ SCHNELLER als MC, aber KONSERVATIV</a:t>
            </a:r>
            <a:br/>
            <a:r>
              <a:t>  └─ Reward: 7.92 ± 0.21 (gut, stabil)</a:t>
            </a:r>
            <a:br/>
            <a:br/>
            <a:r>
              <a:t>Q-Learning (Temporal Difference, Off-Policy):</a:t>
            </a:r>
            <a:br/>
            <a:r>
              <a:t>  └─ Updates nach jedem Schritt mit TD-Target: r + γ max_a Q(s')</a:t>
            </a:r>
            <a:br/>
            <a:r>
              <a:t>  └─ Bootstrappt von BESTER möglichen Aktion (unabhängig von Policy)</a:t>
            </a:r>
            <a:br/>
            <a:r>
              <a:t>  └─ SCHNELLSTER und AGGRESSIVSTER</a:t>
            </a:r>
            <a:br/>
            <a:r>
              <a:t>  └─ Reward: 7.96 ± 0.22 (leicht besser, ähnlich wie SARSA)</a:t>
            </a:r>
            <a:br/>
            <a:br/>
            <a:r>
              <a:t>Spannung: Q-Learning aggressiv (max) VS. sichere Konvergenz?</a:t>
            </a:r>
            <a:br/>
            <a:r>
              <a:t>Antwort: In deterministischen Umgebungen wie Taxi-v3 ist Q-Learning sicher!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