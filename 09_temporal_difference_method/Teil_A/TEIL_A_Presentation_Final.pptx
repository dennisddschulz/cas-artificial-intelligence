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TEIL A: Reproduzierbare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Temporal Difference Learning auf Taxi-v3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Überblick: Aufgabenstellung TEIL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A1: Reproduzierbarkeit mit 5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Training mit 5 verschiedenen Seeds [0, 1, 2, 3,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Pro Run: episodischer Return, Episode Length, Greedy Evaluation (300 Episodes)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Metriken: Mean ± Std ± Min/Max über alle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A2: Detaillierte Visualisierung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Learning Curves: Return + Episode Length (Moving Average window=200)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5 Runs einzeln als dünne Linien, dicke Mittelwertlinie, ±1σ + Min/Max Bereiche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Greedy Evaluation: Bar Charts mit Mean ± Std und Min/Max Anzeige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A3: Interpretation (8-12 Sätze pro Frage)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Q1: Warum bleibt MC lange im negativen?  |  Q2: Warum TD schneller?</a:t>
            </a:r>
            <a:br/>
            <a:r>
              <a:t>✓ Q3: Warum ist Q-Learning aggressiver?  |  Q4: Warum SARSA &amp; QL ähnlich?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A2.1: Learning Curves mit detaillierter Streuung</a:t>
            </a:r>
          </a:p>
        </p:txBody>
      </p:sp>
      <p:pic>
        <p:nvPicPr>
          <p:cNvPr id="4" name="Picture 3" descr="01_learning_curves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33204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A2.2: Greedy Evaluation Bar Charts mit Min/Max</a:t>
            </a:r>
          </a:p>
        </p:txBody>
      </p:sp>
      <p:pic>
        <p:nvPicPr>
          <p:cNvPr id="4" name="Picture 3" descr="02_greedy_evaluation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3586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Resultate: Greedy Evaluation (Mean ± Std, Min/Max)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950" b="0">
                <a:solidFill>
                  <a:srgbClr val="595959"/>
                </a:solidFill>
              </a:defRPr>
            </a:pPr>
            <a:r>
              <a:t>┌────────────┬──────────────────────────┬────────────────────────────┐</a:t>
            </a:r>
            <a:br/>
            <a:r>
              <a:t>│ Algoritm   │ Mean Return (±Std)       │ Mean Episode Len (±Std)    │</a:t>
            </a:r>
            <a:br/>
            <a:r>
              <a:t>├────────────┼──────────────────────────┼────────────────────────────┤</a:t>
            </a:r>
            <a:br/>
            <a:r>
              <a:t>│ MC         │ -123.23 ± 18.67          │ 130.94 ± 16.78             │</a:t>
            </a:r>
            <a:br/>
            <a:r>
              <a:t>│            │ [min: -147.45, max: -97] │ [min: 108, max: 153]       │</a:t>
            </a:r>
            <a:br/>
            <a:r>
              <a:t>├────────────┼──────────────────────────┼────────────────────────────┤</a:t>
            </a:r>
            <a:br/>
            <a:r>
              <a:t>│ SARSA      │    7.92 ± 0.21           │  13.08 ± 0.21              │</a:t>
            </a:r>
            <a:br/>
            <a:r>
              <a:t>│            │ [min: 7.73, max: 8.28]   │ [min: 12.72, max: 13.27]   │</a:t>
            </a:r>
            <a:br/>
            <a:r>
              <a:t>├────────────┼──────────────────────────┼────────────────────────────┤</a:t>
            </a:r>
            <a:br/>
            <a:r>
              <a:t>│ Q-Learning │    7.96 ± 0.22           │  13.04 ± 0.22              │</a:t>
            </a:r>
            <a:br/>
            <a:r>
              <a:t>│            │ [min: 7.64, max: 8.28]   │ [min: 12.72, max: 13.36]   │</a:t>
            </a:r>
            <a:br/>
            <a:r>
              <a:t>└────────────┴──────────────────────────┴────────────────────────────┘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</a:defRPr>
            </a:pPr>
            <a:r>
              <a:t>⭐ Kernerkenntnisse aus den Daten: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🔴 Monte Carlo: Sehr negativ (-123), lange Episodes (131) - konvergiert nicht!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79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🔵 SARSA: Gut (7.92), kurze Episodes (13.08) - TD-Methode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19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🟢 Q-Learning: Leicht besser (7.96), ähnlich wie SARSA - aggressiv aber konvergent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59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⭐ TD-Methoden sind ~50x besser als MC! Streuung sehr gering bei SARSA &amp; Q-Learning.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A3.1: Warum bleibt Monte Carlo lange im negativen?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Monte Carlo aktualisiert Q-Werte erst am Ende einer Episode, nachdem alle Schritte beobachtet wurden.</a:t>
            </a:r>
            <a:br/>
            <a:r>
              <a:t>In Taxi-v3 dauert eine Episode typischerweise 10-20 Schritte, und jeder Schritt bringt -1 Reward.</a:t>
            </a:r>
            <a:br/>
            <a:r>
              <a:t>Daher sind die episodischen Returns anfangs stark negativ (z.B. -10 bis -20).</a:t>
            </a:r>
            <a:br/>
            <a:br/>
            <a:r>
              <a:t>MC muss hunderte von Episodes durchlaufen, bis die Every-Visit Updates die Q-Werte ausreichend </a:t>
            </a:r>
            <a:br/>
            <a:r>
              <a:t>verbessert haben. Im Gegensatz zu TD-Methoden erfolgt das Lernen nicht inkrementell, sondern erst </a:t>
            </a:r>
            <a:br/>
            <a:r>
              <a:t>am Episode-Ende → deutlich langsamere Konvergenz.</a:t>
            </a:r>
            <a:br/>
            <a:br/>
            <a:r>
              <a:t>Nach 20.000 Episodes zeigt MC noch immer eine Greedy Evaluation von -123 Return (±19 Streuung),</a:t>
            </a:r>
            <a:br/>
            <a:r>
              <a:t>während SARSA und Q-Learning bereits +8 erreichen. MC konvergiert für diese Aufgabe faktisch nicht!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A3.2: Warum lernen SARSA &amp; Q-Learning schneller?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TD-Methoden aktualisieren Q-Werte nach JEDEM Schritt (online):</a:t>
            </a:r>
            <a:br/>
            <a:r>
              <a:t>  Q[s][a] ← Q[s][a] + α(r + γV(s') - Q[s][a])</a:t>
            </a:r>
            <a:br/>
            <a:br/>
            <a:r>
              <a:t>Dies ermöglicht iterative Verbesserungen und schnelle Anpassung an neue Informationen. Der TD-Target</a:t>
            </a:r>
            <a:br/>
            <a:r>
              <a:t>(r + γV(s')) ist sofort nach dem ersten Schritt verfügbar, nicht erst am Episode-Ende.</a:t>
            </a:r>
            <a:br/>
            <a:br/>
            <a:r>
              <a:t>SARSA (On-Policy) bootstrappt von der aktuellen Policy, Q-Learning (Off-Policy) von der optimalen </a:t>
            </a:r>
            <a:br/>
            <a:r>
              <a:t>Aktion - beide sind aber wesentlich schneller als MC.</a:t>
            </a:r>
            <a:br/>
            <a:br/>
            <a:r>
              <a:t>Die Ergebnisse zeigen: Nach ~5-10k Episodes konvergieren SARSA und Q-Learning bereits zu stabilen </a:t>
            </a:r>
            <a:br/>
            <a:r>
              <a:t>Policies (Return ~8±0.2), während MC noch weit entfernt ist. Online-Updates sind der Schlüssel!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A3.3: Warum ist Q-Learning aggressiver?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Q-Learning nutzt den maximalen Q-Wert: best_next = max_a Q[s'][a], unabhängig von der aktuellen </a:t>
            </a:r>
            <a:br/>
            <a:r>
              <a:t>Policy. Dies führt zu aggressiveren, optimistischeren Updates.</a:t>
            </a:r>
            <a:br/>
            <a:br/>
            <a:r>
              <a:t>SARSA bootstrappt von der tatsächlich gewählten nächsten Aktion: a' ~ π(s'). Wenn die Policy noch</a:t>
            </a:r>
            <a:br/>
            <a:r>
              <a:t>suboptimal ist, gibt SARSA konservativere Updates.</a:t>
            </a:r>
            <a:br/>
            <a:br/>
            <a:r>
              <a:t>Q-Learning "sieht" das Optimalitäts-Potenzial schneller und passt sich aggressiv an. In den Learning </a:t>
            </a:r>
            <a:br/>
            <a:r>
              <a:t>Curves ist klar sichtbar: Q-Learning erreicht nach ~5-6k Episodes bereits Return-Werte von 0-5, </a:t>
            </a:r>
            <a:br/>
            <a:r>
              <a:t>während SARSA noch bei -5 bis -10 verweilt.</a:t>
            </a:r>
            <a:br/>
            <a:br/>
            <a:r>
              <a:t>Der Max-Bootstrap ist der Grund für die Aggressivität - und damit auch für die 40-50% schnellere Konvergenz!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A3.4: Warum sind SARSA &amp; Q-Learning am Ende ähnlich?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Nach 20.000 Episodes haben beide Methoden ausreichend Daten gesehen, um Q-Werte zu konvergieren.</a:t>
            </a:r>
            <a:br/>
            <a:r>
              <a:t>Die Exploration ist am Ende stark reduziert (ε ≈ 0.05), sodass beide Algorithmen ähnlich gute </a:t>
            </a:r>
            <a:br/>
            <a:r>
              <a:t>Policies befolgen.</a:t>
            </a:r>
            <a:br/>
            <a:br/>
            <a:r>
              <a:t>Der fundamentale Unterschied zwischen On-Policy Bootstrapping (SARSA) und Off-Policy Bootstrapping </a:t>
            </a:r>
            <a:br/>
            <a:r>
              <a:t>(Q-Learning) wird bei Konvergenz irrelevant, da die explorierte Policy sich der optimalen nähert.</a:t>
            </a:r>
            <a:br/>
            <a:br/>
            <a:r>
              <a:t>Die Greedy Evaluation zeigt: Beide erreichen ähnliche Mean Returns (~7.9-8.0 ± 0.2) und Episode </a:t>
            </a:r>
            <a:br/>
            <a:r>
              <a:t>Lengths (~13.0 ± 0.2). Der Hauptvorteil von Q-Learning ist nicht die endgültige Performance, </a:t>
            </a:r>
            <a:br/>
            <a:r>
              <a:t>sondern die 40-50% schnellere Konvergenzgeschwindigkeit!</a:t>
            </a:r>
            <a:br/>
            <a:br/>
            <a:r>
              <a:t>Paradox gelöst: Größerer TD-Fehler ≠ schlechtere Performance!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Zusammenfassung &amp; Haupterkenntnisse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t>3 Haupterkenntnisse aus TEIL 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</a:defRPr>
            </a:pPr>
            <a:r>
              <a:t>1. Monte Carlo ist zu langsam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Updates nur am Episode-Ende → braucht ~15k Episodes → finale Performance: -123 (konvergiert nicht!)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81BD"/>
                </a:solidFill>
              </a:defRPr>
            </a:pPr>
            <a:r>
              <a:t>2. TD-Methoden sind revolutionär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Online Updates nach jedem Schritt → SARSA &amp; Q-Learning konvergieren bei ~5-10k Episodes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</a:defRPr>
            </a:pPr>
            <a:r>
              <a:t>3. Q-Learning ist aggressiv aber optimal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Max-Bootstrap → schnelleres Lernen (40-50% speedup), am Ende ähnlich wie SARSA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🔑 DAS TD-FEHLER PARADOX:</a:t>
            </a:r>
            <a:br/>
            <a:r>
              <a:t>Q-Learning hat GRÖSSERE TD-Fehler als SARSA, aber lernt SCHNELLER und erreicht bessere Performance!</a:t>
            </a:r>
            <a:br/>
            <a:r>
              <a:t>→ TD-Fehler ist ein Lern-Signal, KEINE Qualitäts-Metrik!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Detaillierte Statistik: Return und Episode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950" b="0">
                <a:solidFill>
                  <a:srgbClr val="595959"/>
                </a:solidFill>
              </a:defRPr>
            </a:pPr>
            <a:r>
              <a:t>RETURN ANALYSE (Greedy Evaluation, Mean ± Std über 5 Seeds):</a:t>
            </a:r>
            <a:br/>
            <a:br/>
            <a:r>
              <a:t>MC:         -123.23 ± 18.67  (Range: -147.45 bis -97.84)  ← Sehr schlecht, keine Konvergenz</a:t>
            </a:r>
            <a:br/>
            <a:r>
              <a:t>SARSA:        7.92 ± 0.21    (Range: 7.73 bis 8.28)       ← Gut, sehr stabil</a:t>
            </a:r>
            <a:br/>
            <a:r>
              <a:t>Q-Learning:   7.96 ± 0.22    (Range: 7.64 bis 8.28)       ← Leicht besser, stabil</a:t>
            </a:r>
            <a:br/>
            <a:br/>
            <a:br/>
            <a:r>
              <a:t>EPISODE LENGTH ANALYSE (Durchschnitt über 300 Test-Episodes):</a:t>
            </a:r>
            <a:br/>
            <a:br/>
            <a:r>
              <a:t>MC:         130.94 ± 16.78   (Range: 108.13 bis 152.70)   ← Lange Episodes, ineffizient</a:t>
            </a:r>
            <a:br/>
            <a:r>
              <a:t>SARSA:       13.08 ± 0.21    (Range: 12.72 bis 13.27)     ← Kurz, effizient</a:t>
            </a:r>
            <a:br/>
            <a:r>
              <a:t>Q-Learning:  13.04 ± 0.22    (Range: 12.72 bis 13.36)     ← Kurz, effizient</a:t>
            </a:r>
            <a:br/>
            <a:br/>
            <a:br/>
            <a:r>
              <a:t>KONVERGENZ GESCHWINDIGKEIT (aus Learning Curves):</a:t>
            </a:r>
            <a:br/>
            <a:br/>
            <a:r>
              <a:t>MC:         ~15.000 Episodes (aber erreicht nicht mal 0, bleibt bei -80)</a:t>
            </a:r>
            <a:br/>
            <a:r>
              <a:t>SARSA:      ~8-10.000 Episodes (erreicht Return ~5-8)</a:t>
            </a:r>
            <a:br/>
            <a:r>
              <a:t>Q-Learning: ~5-6.000 Episodes (erreicht Return ~5-8)  ← 40-50% schneller als SARSA!</a:t>
            </a:r>
            <a:br/>
            <a:br/>
            <a:br/>
            <a:r>
              <a:t>VARIABILITÄT ÜBER SEEDS:</a:t>
            </a:r>
            <a:br/>
            <a:br/>
            <a:r>
              <a:t>MC:         Hohe Streuung (±19) - Ergebnisse hängen stark vom Seed ab</a:t>
            </a:r>
            <a:br/>
            <a:r>
              <a:t>SARSA:      Sehr stabil (±0.21) - kaum Unterschied zwischen Seeds</a:t>
            </a:r>
            <a:br/>
            <a:r>
              <a:t>Q-Learning: Sehr stabil (±0.22) - kaum Unterschied zwischen Seeds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