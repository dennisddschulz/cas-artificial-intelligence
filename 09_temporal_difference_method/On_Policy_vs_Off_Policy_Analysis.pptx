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Reinforcement Learning Algorithmen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F81BD"/>
                </a:solidFill>
              </a:defRPr>
            </a:pPr>
            <a:r>
              <a:t>On-Policy vs Off-Policy &amp; Monte Carlo vs Temporal Difference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Agenda: Zwei Hauptvergleiche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🎯 PRIORITÄT 1: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On-Policy vs Off-Policy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• SARSA (On-Policy)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• Q-Learning (Off-Policy)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• Empirischer 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058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🎯 PRIORITÄT 2 (Optional):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Monte Carlo vs Temporal Difference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• MC: Episode-basiert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• TD: Step-basiert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595959"/>
                </a:solidFill>
              </a:defRPr>
            </a:pPr>
            <a:r>
              <a:t>• Empirische 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1F4E79"/>
                </a:solidFill>
              </a:defRPr>
            </a:pPr>
            <a:r>
              <a:t>KEY INSIGHT: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1F4E79"/>
                </a:solidFill>
              </a:defRPr>
            </a:pPr>
            <a:r>
              <a:t>Der entscheidende Unterschied liegt in der TARGET BESTIMMUNG!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1F4E79"/>
                </a:solidFill>
              </a:defRPr>
            </a:pPr>
            <a:r>
              <a:t>Was glaubt der Agent über die Zukunft?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Der Kern: Target Bestimmung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1E90FF"/>
                </a:solidFill>
              </a:defRPr>
            </a:pPr>
            <a:r>
              <a:t>SARSA (On-Policy)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TARGET = r + γ·Q(s', a')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where a' ~ π(s')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(ACTUAL next action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from policy)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DC143C"/>
                </a:solidFill>
              </a:defRPr>
            </a:pPr>
            <a:r>
              <a:t>Q-Learning (Off-Policy)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TARGET = r + γ·max Q(s', ·)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where · = best action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(OPTIMAL action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regardless of policy)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💡 DER UNTERSCHIED: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SARSA fragt: "Was wird der Agent TATSÄCHLICH tun?"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Q-Learning fragt: "Was wäre OPTIMAL?"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→ SARSA ist KONSERVATIV (vorsichtig mit Risiken)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595959"/>
                </a:solidFill>
              </a:defRPr>
            </a:pPr>
            <a:r>
              <a:t>→ Q-Learning ist AGGRESSIV (optimistic, sucht optimale Policy)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Beispiel: Konkrete 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595959"/>
                </a:solidFill>
              </a:defRPr>
            </a:pPr>
            <a:r>
              <a:t>Szenario: State s=10 → State s'=15, Reward r=-1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595959"/>
                </a:solidFill>
              </a:defRPr>
            </a:pPr>
            <a:r>
              <a:t>Q-Werte in State 15: Q(15,UP)=0.3, Q(15,RIGHT)=0.8, Q(15,DOWN)=0.0, Q(15,LEFT)=0.1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E90FF"/>
                </a:solidFill>
              </a:defRPr>
            </a:pPr>
            <a:r>
              <a:t>SARSA Berechnung: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E90FF"/>
                </a:solidFill>
              </a:defRPr>
            </a:pPr>
            <a:r>
              <a:t>Assume a'=RIGHT (ε-greedy)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E90FF"/>
                </a:solidFill>
              </a:defRPr>
            </a:pPr>
            <a:r>
              <a:t>TARGET = -1 + 0.99 × 0.8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E90FF"/>
                </a:solidFill>
              </a:defRPr>
            </a:pPr>
            <a:r>
              <a:t>       = -1 + 0.792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1E90FF"/>
                </a:solidFill>
              </a:defRPr>
            </a:pPr>
            <a:r>
              <a:t>       = -0.208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517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C143C"/>
                </a:solidFill>
              </a:defRPr>
            </a:pPr>
            <a:r>
              <a:t>Q-Learning Berechnung: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C143C"/>
                </a:solidFill>
              </a:defRPr>
            </a:pPr>
            <a:r>
              <a:t>a* = argmax = RIGHT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C143C"/>
                </a:solidFill>
              </a:defRPr>
            </a:pPr>
            <a:r>
              <a:t>TARGET = -1 + 0.99 × 0.8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C143C"/>
                </a:solidFill>
              </a:defRPr>
            </a:pPr>
            <a:r>
              <a:t>       = -1 + 0.792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C143C"/>
                </a:solidFill>
              </a:defRPr>
            </a:pPr>
            <a:r>
              <a:t>       = -0.208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595959"/>
                </a:solidFill>
              </a:defRPr>
            </a:pPr>
            <a:r>
              <a:t>⚠️  In diesem Fall gleich! Aber wenn Q(15,RIGHT) nicht das beste wäre...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595959"/>
                </a:solidFill>
              </a:defRPr>
            </a:pPr>
            <a:r>
              <a:t>Wenn Q(15,UP)=1.0 &gt; Q(15,RIGHT)=0.8: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595959"/>
                </a:solidFill>
              </a:defRPr>
            </a:pPr>
            <a:r>
              <a:t>SARSA: -0.208 (nutzt gewählte Aktion)  |  Q-Learning: -0.01 (nutzt beste)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Verhalten in der Umgebung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1E90FF"/>
                </a:solidFill>
              </a:defRPr>
            </a:pPr>
            <a:r>
              <a:t>SARSA: Risk-Aware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Lernt Wert UNTER AKTUELLER Policy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Berücksichtigt Explorations-Risiken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Konservative Policy: meidet gefährliche Pfade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✗ Lernt langsamer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Stabiler, weniger Overoptimism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DC143C"/>
                </a:solidFill>
              </a:defRPr>
            </a:pPr>
            <a:r>
              <a:t>Q-Learning: Optimal-Seeking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Lernt Wert der OPTIMALEN Policy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Ignoriert Explorations-Risiken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Aggressive Policy: nimmt Risiken für Optimalität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Lernt schneller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✗ Kann Werte überschätzen (Overoptimism)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595959"/>
                </a:solidFill>
              </a:defRPr>
            </a:pPr>
            <a:r>
              <a:t>BEISPIEL: Roboter vor Klippe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595959"/>
                </a:solidFill>
              </a:defRPr>
            </a:pPr>
            <a:r>
              <a:t>SARSA: "Ich exploriere vorsichtig. Wenn ich zufällig runterfalle, lerne ich, dass Nähe zur Klippe schlecht ist."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595959"/>
                </a:solidFill>
              </a:defRPr>
            </a:pPr>
            <a:r>
              <a:t>Q-Learning: "Ich weiß, beste Aktion meidet Klippe. Ich lerne optimistisch, obwohl ich runterfallen könnte."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Empirische Resultate: Learning Curves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Empirische Analyse: Was zeigt sich?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1. KONVERGENZ-GESCHWINDIGKEIT: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Q-Learning konvergiert SCHNELLER (offensiver Lernansatz)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SARSA braucht länger aber ist STABILER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2. TD-ERROR MAGNITUDE: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Q-Learning: größere TD-Fehler (aggressiver)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SARSA: kleinere TD-Fehler (vorsichtiger)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3. FINALE PERFORMANCE: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Oft ähnlich am Ende (beide konvergieren zu guten Policies)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Unterschied hauptsächlich in LEARNING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PRIO 2 (Optional): Monte Carlo vs 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228B22"/>
                </a:solidFill>
              </a:defRPr>
            </a:pPr>
            <a:r>
              <a:t>Monte 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Update NACH ganzer Episode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Q(s,a) += α(G - Q(s,a))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G = gesamter diskontierter Return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Unbiased aber High Variance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Braucht viele Samples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Gut für kurze Episoden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FF8C00"/>
                </a:solidFill>
              </a:defRPr>
            </a:pPr>
            <a:r>
              <a:t>Temporal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Update NACH jedem Schritt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Q(s,a) += α(r + γV(s') - Q(s,a))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Bootstrapping: nutzt alte Q-Schätzung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Biased aber Low Variance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Schnelleres Lernen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595959"/>
                </a:solidFill>
              </a:defRPr>
            </a:pPr>
            <a:r>
              <a:t>• Gut für lange Episoden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1F4E79"/>
                </a:solidFill>
              </a:defRPr>
            </a:pPr>
            <a:r>
              <a:t>KEY: MC sammelt GESAMTE Episode bevor Update | TD aktualisiert SOFORT nach jedem Schritt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Empirisch: MC vs TD Learning Speed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Synthesevergleich: Alle 4 Algorithmen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LERNVERHALTEN UND CHARACTERISTICS: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DIMENSION          │ SARSA      │ Q-Learning │ MC         │ TD (generell)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Policy Type        │ On-Policy  │ Off-Policy │ -          │ -            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Lernart            │ Online TD  │ Online TD  │ Batch      │ Online       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Update Timing      │ Pro Schritt│ Pro Schritt│ Pro Episod │ Pro Schritt  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Bias/Variance      │ Low/Low    │ Low/Low    │ None/High  │ Low/Low      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Konvergenz Speed   │ Mittel     │ Schnell    │ Langsam    │ Schnell      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Stabilität         │ Hoch       │ Mittel     │ Mittel     │ Hoch         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│ Overoptimism       │ Nein       │ Ja         │ Nein       │ Nein           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PRAKTISCHE ANWENDUNG: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✓ SARSA:      Robot Learning (Sicherheit wichtig)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✓ Q-Learning: Game Playing (Optimalität wichtig)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✓ MC:         Policy Evaluation (unbiased)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900" b="0">
                <a:solidFill>
                  <a:srgbClr val="595959"/>
                </a:solidFill>
              </a:defRPr>
            </a:pPr>
            <a:r>
              <a:t>✓ TD:         General RL (schnell &amp; stabil)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Zusammenfassung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🎯 PRIO 1: TARGET BESTIMMUNG ist der KERN-UNTERSCHIED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SARSA: r + γ·Q(s', actual_action) — KONSERVATIV, auf-policy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Q-Learning: r + γ·max_a Q(s', a) — AGGRESSIV, off-policy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🎯 VERHALTEN: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SARSA: Risk-aware, stabil, langsameres Lernen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Q-Learning: Optimal-seeking, aggressiv, schnelleres Lernen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🎯 PRIO 2: MC vs TD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MC: Unbiased aber variabel, Episode-weise Updates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TD: Biased aber stabil, Step-weise Updates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🎯 PRAKTISCH: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Wähle SARSA für Sicherheit, Q-Learning für Optimalität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Nutze TD-Methoden für schnelles Lernen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