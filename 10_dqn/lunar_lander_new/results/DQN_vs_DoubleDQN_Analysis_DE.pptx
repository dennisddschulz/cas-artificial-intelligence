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DQN vs Double DQN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>
                <a:solidFill>
                  <a:srgbClr val="C8C8C8"/>
                </a:solidFill>
              </a:defRPr>
            </a:pPr>
            <a:r>
              <a:t>Umfassende Hyperparameter-Analyse</a:t>
            </a:r>
            <a:br/>
            <a:r>
              <a:t>Lunar Lander Umgebung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Ziel: Vergleich der DQN- und Double DQN-Algorithmen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Umgebung: Lunar Lander-v3 (kontinuierliche Steuerung)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Analysierte Hyperparameter: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Experience Replay Buffer (Größe, Min-Größe)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Explorationsstrategie (ε-Decay-Zeitpläne)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Target Network Updates (Hard vs Soft)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Learning Rate und Batch Size Effekte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Wichtige Metriken: Finale Performance, Stabilität, Lerngeschwindigkeit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Lunar Lander-v3 Umgebung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Ziel: Sichere Landung eines Raumfahrzeugs auf dem Mond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Zustandsraum: 8 kontinuierliche Werte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Position (x, y), Geschwindigkeit (vx, vy), Winkel, Winkelgeschwindigkeit, Beinkontakt-Flags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Aktionsraum: 4 diskrete Aktionen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Nichts tun, Linken Motor zünden, Hauptmotor zünden, Rechten Motor zünden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Belohnung: -1 pro Zeitschritt, +100 für sichere Landung, -100 für Absturz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Erfolgsschwelle: Score &gt; 200 (konsistent)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Episodenlänge: Typischerweise 200-500 Zeitschritte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Baseline-Konfiguration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Netzwerk-Architektur: 2-schichtiges MLP (128 verborgene Einheiten)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1×10⁻³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Discount Factor (γ): 0.99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Batch Size: 64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Replay Buffer Größe: 100.000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Min Buffer Größe: 1.000 (vor Trainingsbeginn)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Exploration: ε-greedy mit linearem Decay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ε_start: 1.0, ε_end: 0.01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Decay über: 250.000 Schritte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Target Network: Hard Update alle 1.000 Schritte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1: Auswirkungen der Replay Buffer Größe</a:t>
            </a:r>
          </a:p>
        </p:txBody>
      </p:sp>
      <p:pic>
        <p:nvPicPr>
          <p:cNvPr id="3" name="Picture 2" descr="01_buffer_siz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81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Buffer Größen-Analyse -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Kleine Buffer (10k): Frühes instabiles Lernen, niedrigere finale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Mittlere Buffer (50-100k): Beste Balance von Stabilität und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Große Buffer (200k): Höhere Speicheranforderungen, ähnliche finale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Robuster gegenüber Buffer-Größenvariationen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Empfehlung: 100k bietet bestes Performance/Speicher-Verhältnis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Auswirkung auf Q-Wert Überschätzung: Größere Buffer → mehr Vielfalt → bessere Schätzungen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2: Auswirkungen der Explorationsstrategie (ε-Decay)</a:t>
            </a:r>
          </a:p>
        </p:txBody>
      </p:sp>
      <p:pic>
        <p:nvPicPr>
          <p:cNvPr id="3" name="Picture 2" descr="02_epsilon_deca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525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Epsilon Decay-Analyse -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Schneller Decay (50k Schritte): Schnelle Konvergenz aber riskant (schlechte Exploration)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Langsamer Decay (400k Schritte): Bessere Exploration, stabileres Lernen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Optimaler Decay: ~250k Schritte balanciert Exploration vs Exploitation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Weniger empfindlich gegenüber Decay-Geschwindigkeit (robuster)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DQN: Performance verschlechtert sich signifikant bei zu schnellem Decay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Erkenntnis: Frühe Überausbeutung vor angemessenem Explorationsernen schadet Performance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3: Strategie zum Update des Target Networks</a:t>
            </a:r>
          </a:p>
        </p:txBody>
      </p:sp>
      <p:pic>
        <p:nvPicPr>
          <p:cNvPr id="3" name="Picture 2" descr="03_update_strategy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1893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Update-Strategie-Analyse -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Hard Updates (alle 500-2000 Schritte): Stabile Konvergenz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Soft Updates (τ=0.001-0.005): Glattere Lernkurven, niedrigere Varianz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Optimal: Hard Updates alle 1000 Schritte ODER Soft Updates mit τ=0.005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Marginale Verbesserung durch Soft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DQN: Mehr Nutzen von Soft Updates (reduziert Überschätzung)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Häufigkeit ist wichtig: Zu häufige Hard Updates = Instabilität, zu selten = veraltete Targets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Experiment 4: Auswirkungen von Learning Rate &amp; Batch Size</a:t>
            </a:r>
          </a:p>
        </p:txBody>
      </p:sp>
      <p:pic>
        <p:nvPicPr>
          <p:cNvPr id="3" name="Picture 2" descr="04_learning_rate_batch_size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8229600" cy="65269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Learning Rate &amp; Batch Size-Analyse - Ergebnisse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1×10⁻³ optimal, höhere Werte → Instabilität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Learning Rate: Niedrigere Werte → langsameres Lernen (0.5×10⁻³ zu konservativ)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Batch Size: 64 performt am besten, balanciert Gradienten-Qualität vs Stabilität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Große Batches (128): Bessere Stabilität aber langsamere Updates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Kleine Batches (32): Schnelleres Lernen aber noisigere Gradienten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Double DQN: Weniger empfindlich gegenüber Learning Rate Variationen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DQN vs Double DQN: Hauptunterschiede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Q-Wert Schätzung: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DQN: y = r + γ·max_a' Q(s',a') mit Target Network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Double DQN: y = r + γ·Q_target(s', argmax_a' Q_online(s',a'))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Effekt: Double DQN reduziert Q-Wert Überschätzung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• Empirische Ergebnisse: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Double DQN: Stabilere finale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DQN: Schnelleres initiales Lernen aber höhere Varianz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- Unterschied stärker mit schlechteren Hyperparametern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1000"/>
              </a:spcBef>
              <a:spcAft>
                <a:spcPts val="1000"/>
              </a:spcAft>
              <a:defRPr sz="4000" b="1">
                <a:solidFill>
                  <a:srgbClr val="FFFFFF"/>
                </a:solidFill>
              </a:defRPr>
            </a:pPr>
            <a:r>
              <a:t>Schlussfolgerungen &amp; Empfehlungen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1. Hyperparameter-Tuning hat großen Einfluss auf Stabilität und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2. Double DQN ist robuster über verschiedene Hyperparameter-Einstellungen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3. Wichtigste Empfehlungen: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Nutze 100k Replay Buffer mit 1k-5k Minimum vor Training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Decay ε über ~250k Schritte mit linearem oder exponentiellem Zeitplan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Nutze Hard Updates (1000 Schritte) oder Soft Updates (τ=0.005)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   • Learning Rate 1×10⁻³, Batch Size 64 für Lunar Lander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1800">
                <a:solidFill>
                  <a:srgbClr val="666666"/>
                </a:solidFill>
              </a:defRPr>
            </a:pPr>
            <a:r>
              <a:t>4. Double DQN wird für Produktionssysteme wegen Robustheit empfohlen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3200" b="1">
                <a:solidFill>
                  <a:srgbClr val="FFFFFF"/>
                </a:solidFill>
              </a:defRPr>
            </a:pPr>
            <a:r>
              <a:t>Analysezusammenfassung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Durchgeführte Experimente: 4 große Hyperparameter-Studien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1. Replay Buffer Größe (4 Varianten): 10k, 50k, 100k, 200k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2. Epsilon Decay (4 Zeitpläne): 50k, 150k, 250k, 400k Schritte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3. Update-Strategie (5 Varianten): Hard/Soft mit verschiedenen Häufigkeiten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• 4. Lernparameter (6 Varianten): Learning Rate und Batch Size Kombinationen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Gesamte Trainings-Episoden: 3000+ pro Konfiguration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Wichtigste Erkenntnisse: Double DQN übertrifft DQN konsistent in Stabilität,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besonders mit suboptimalen Hyperparametern. Angemessenes Explorations-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666666"/>
                </a:solidFill>
              </a:defRPr>
            </a:pPr>
            <a:r>
              <a:t>Scheduling und Puffer-Management sind entscheidend für Erfolg.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