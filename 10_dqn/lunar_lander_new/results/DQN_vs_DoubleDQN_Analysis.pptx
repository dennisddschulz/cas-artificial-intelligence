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DQN vs Double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Comprehensive Hyperparameter Analysis</a:t>
            </a:r>
            <a:br/>
            <a:r>
              <a:t>Lunar Lander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Objective: Compare DQN and Double DQN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Environment: Lunar Lander-v3 (continuous control task)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Hyperparameters Analyzed: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Experience Replay Buffer (size, min_buffer)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Exploration Strategy (ε-decay schedules)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Target Network Updates (hard vs soft)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Learning Rate and Batch Size effects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Key Metrics: Final Performance, Stability, Learning Speed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Lunar Lander-v3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Objective: Land a spacecraft on the moon safely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State Space: 8 continuous values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Position (x, y), Velocity (vx, vy), Angle, Angular velocity, Leg contact flags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Action Space: 4 discrete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Do nothing, Fire left engine, Fire main engine, Fire right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Reward: -1 per timestep, +100 for landing safely, -100 for crash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Success Threshold: Score &gt; 200 (consistently)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Episode Length: Typically 200-500 timesteps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Baseline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Network Architecture: 2-layer MLP (128 hidden units)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1×10⁻³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Discount Factor (γ): 0.99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Batch Size: 64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Replay Buffer Size: 100,000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Min Buffer Size: 1,000 (before training starts)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Exploration: ε-greedy with linear decay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ε_start: 1.0, ε_end: 0.01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Decay over: 250,000 steps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Target Network: Hard update every 1,000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1: Replay Buffer Size Impact</a:t>
            </a:r>
          </a:p>
        </p:txBody>
      </p:sp>
      <p:pic>
        <p:nvPicPr>
          <p:cNvPr id="3" name="Picture 2" descr="01_buffer_siz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8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Buffer Size Analysis -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Small buffers (10k): Early unstable learning, lower final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Medium buffers (50-100k): Best balance of stability and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Large buffers (200k): Higher memory overhead, similar final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More robust to buffer size variations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Recommendation: 100k offers best performance/memory trade-off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Impact on Q-value Overestimation: Larger buffers → more diversity → better estimates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2: Exploration Strategy (ε-decay) Impact</a:t>
            </a:r>
          </a:p>
        </p:txBody>
      </p:sp>
      <p:pic>
        <p:nvPicPr>
          <p:cNvPr id="3" name="Picture 2" descr="02_epsilon_deca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5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Epsilon Decay Analysis -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Fast decay (50k steps): Quick convergence but risky (poor exploration)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Slow decay (400k steps): Better exploration, more stable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Optimal decay: ~250k steps balances exploration vs exploitation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Less sensitive to decay speed (more robust)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DQN: Performance degrades significantly with too-fast decay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Insight: Over-exploitation before adequate exploration learning hurts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3: Target Network Update Strategy</a:t>
            </a:r>
          </a:p>
        </p:txBody>
      </p:sp>
      <p:pic>
        <p:nvPicPr>
          <p:cNvPr id="3" name="Picture 2" descr="03_update_strateg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8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Update Strategy Analysis -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Hard Updates (every 500-2000 steps): Stable convergence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Soft Updates (τ=0.001-0.005): Smoother learning curves, less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Optimal: Hard updates every 1000 steps OR soft updates with τ=0.005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Soft updates provide marginal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DQN: More benefit from soft updates (reduces overestimation)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Frequency matters: Too frequent hard updates = instability, too infrequent = stale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4: Learning Rate &amp; Batch Size Impact</a:t>
            </a:r>
          </a:p>
        </p:txBody>
      </p:sp>
      <p:pic>
        <p:nvPicPr>
          <p:cNvPr id="3" name="Picture 2" descr="04_learning_rate_batch_siz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269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Learning Rate &amp; Batch Size Analysis -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1×10⁻³ optimal, higher values → instability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Lower values → slower learning (0.5×10⁻³ too conservative)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Batch Size: 64 performs best, balances gradient quality vs stability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Large batches (128): Better stability but slower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Small batches (32): Faster learning but noisier gradients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Less sensitive to learning rate variations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DQN vs Double DQN: Key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Q-value Estimation: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DQN: y = r + γ·max_a' Q(s',a') using target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Double DQN: y = r + γ·Q_target(s', argmax_a' Q_online(s',a'))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Effect: Double DQN reduces Q-value overestimation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Empirical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Double DQN: More stable final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DQN: Faster initial learning but higher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Difference more pronounced with poor hyperparameters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1. Hyperparameter tuning significantly impacts learning stability and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2. Double DQN is more robust across different hyperparameter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3. Key recommendations: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Use 100k replay buffer with 1k-5k minimum before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Decay ε over ~250k steps with linear or exponential schedule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Use hard updates (1000 steps) or soft updates (τ=0.005)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Learning rate 1×10⁻³, batch size 64 for Lunar Lander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4. Double DQN recommended for production systems due to robustness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Analysis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Experiments Conducted: 4 major hyperparameter studies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1. Replay Buffer Size (4 variants): 10k, 50k, 100k, 200k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2. Epsilon Decay (4 schedules): 50k, 150k, 250k, 400k steps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3. Update Strategy (5 variants): Hard/Soft with different frequencies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4. Learning Parameters (6 variants): LR and batch size combinations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Total Training Episodes: 3000+ per configuration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Key Finding: Double DQN consistently outperforms DQN in stability,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particularly with suboptimal hyperparameters. Proper exploration scheduling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and buffer management are critical for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